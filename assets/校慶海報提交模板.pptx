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5740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0296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01506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3831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76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20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1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50746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8705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350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248253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10266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13070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34341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24918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425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775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856712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33315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587023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186576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9890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14350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AA7DA67-A5C8-4EBD-990B-C09D92AB27A7}" type="datetimeFigureOut">
              <a:rPr lang="zh-HK" altLang="en-US" smtClean="0"/>
              <a:t>27/11/2025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59812-59A7-4D0F-AF19-A9EFB3E3113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241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540ACF-C803-EF0D-3F20-6D256BB48F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HK" altLang="en-US" dirty="0"/>
              <a:t>校慶</a:t>
            </a:r>
            <a:r>
              <a:rPr lang="zh-TW" altLang="en-US" dirty="0"/>
              <a:t>海報提交模板</a:t>
            </a:r>
            <a:endParaRPr lang="zh-HK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1C4A81C-A4B7-2E5D-CF2D-FC456A3D57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(</a:t>
            </a:r>
            <a:r>
              <a:rPr lang="zh-TW" altLang="en-US" dirty="0"/>
              <a:t>填寫你的姓名、班別及班號</a:t>
            </a:r>
            <a:r>
              <a:rPr lang="en-US" altLang="zh-TW" dirty="0"/>
              <a:t>)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495412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92DED-813C-75CD-FE35-C9AACB02D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B47237-22B8-90F8-D9FF-CC25A7B7A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927" y="78889"/>
            <a:ext cx="10515600" cy="817582"/>
          </a:xfrm>
        </p:spPr>
        <p:txBody>
          <a:bodyPr/>
          <a:lstStyle/>
          <a:p>
            <a:r>
              <a:rPr lang="zh-TW" altLang="en-US" dirty="0"/>
              <a:t>第一部份：生成詩句</a:t>
            </a:r>
            <a:endParaRPr lang="zh-HK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89A62C-87D2-9F20-EAA9-62012AFD2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8927" y="1030941"/>
            <a:ext cx="5181600" cy="5540188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000" dirty="0"/>
              <a:t>1. </a:t>
            </a:r>
            <a:r>
              <a:rPr lang="zh-TW" altLang="en-US" sz="2000" dirty="0"/>
              <a:t>你使用的提示詞：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1200" dirty="0"/>
              <a:t>(</a:t>
            </a:r>
            <a:r>
              <a:rPr lang="zh-TW" altLang="en-US" sz="1200" dirty="0"/>
              <a:t>將你所使用的提示詞貼在這裡</a:t>
            </a:r>
            <a:r>
              <a:rPr lang="en-US" altLang="zh-TW" sz="1200" dirty="0"/>
              <a:t>)</a:t>
            </a:r>
            <a:endParaRPr lang="en-US" altLang="zh-TW" sz="2000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F760D34-8D36-0056-3180-DB6F51C95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90751" y="1030941"/>
            <a:ext cx="3993776" cy="525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/>
              <a:t>2. </a:t>
            </a:r>
            <a:r>
              <a:rPr lang="zh-TW" altLang="en-US" sz="2000" dirty="0"/>
              <a:t>最終生成的詩句</a:t>
            </a:r>
            <a:r>
              <a:rPr lang="en-US" altLang="zh-TW" sz="2000" dirty="0"/>
              <a:t>:</a:t>
            </a:r>
          </a:p>
          <a:p>
            <a:pPr marL="0" indent="0">
              <a:buNone/>
            </a:pPr>
            <a:r>
              <a:rPr lang="en-US" altLang="zh-TW" sz="1200" dirty="0"/>
              <a:t>(</a:t>
            </a:r>
            <a:r>
              <a:rPr lang="zh-TW" altLang="en-US" sz="1200" dirty="0"/>
              <a:t>將你生成的詩句貼在這裡</a:t>
            </a:r>
            <a:r>
              <a:rPr lang="en-US" altLang="zh-TW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3469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CBB6E-B071-0E65-E43C-F4FC25A5F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4529B-2837-7654-F21E-4CA0F83BA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927" y="78889"/>
            <a:ext cx="10515600" cy="817582"/>
          </a:xfrm>
        </p:spPr>
        <p:txBody>
          <a:bodyPr/>
          <a:lstStyle/>
          <a:p>
            <a:r>
              <a:rPr lang="zh-TW" altLang="en-US" dirty="0"/>
              <a:t>第二部份：生成海報</a:t>
            </a:r>
            <a:endParaRPr lang="zh-HK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DABDAB1-8EB8-F119-D575-9E35F0FE2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8927" y="1030941"/>
            <a:ext cx="5181600" cy="5540188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000" dirty="0"/>
              <a:t>1. </a:t>
            </a:r>
            <a:r>
              <a:rPr lang="zh-TW" altLang="en-US" sz="2000" dirty="0"/>
              <a:t>你使用的提示詞：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1200" dirty="0"/>
              <a:t>(</a:t>
            </a:r>
            <a:r>
              <a:rPr lang="zh-TW" altLang="en-US" sz="1200" dirty="0"/>
              <a:t>將你所使用的提示詞貼在這裡</a:t>
            </a:r>
            <a:r>
              <a:rPr lang="en-US" altLang="zh-TW" sz="1200" dirty="0"/>
              <a:t>)</a:t>
            </a:r>
            <a:endParaRPr lang="en-US" altLang="zh-TW" sz="2000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E2E151-96A6-3681-6711-F408ADC30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90751" y="1030941"/>
            <a:ext cx="3993776" cy="52533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/>
              <a:t>2. </a:t>
            </a:r>
            <a:r>
              <a:rPr lang="zh-TW" altLang="en-US" sz="2000" dirty="0"/>
              <a:t>最終生成的海報底圖</a:t>
            </a:r>
            <a:r>
              <a:rPr lang="en-US" altLang="zh-TW" sz="2000" dirty="0"/>
              <a:t>:</a:t>
            </a:r>
          </a:p>
          <a:p>
            <a:pPr marL="0" indent="0">
              <a:buNone/>
            </a:pPr>
            <a:r>
              <a:rPr lang="en-US" altLang="zh-TW" sz="1400" dirty="0"/>
              <a:t>(</a:t>
            </a:r>
            <a:r>
              <a:rPr lang="zh-TW" altLang="en-US" sz="1400" dirty="0"/>
              <a:t>將你生成的海報底圖貼在這裡</a:t>
            </a:r>
            <a:r>
              <a:rPr lang="en-US" altLang="zh-TW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630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07FF5-78EB-A043-6DAA-09F8476F4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7CA441-5D1B-28A2-DAF8-15C231910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6" y="277188"/>
            <a:ext cx="835755" cy="6303623"/>
          </a:xfrm>
        </p:spPr>
        <p:txBody>
          <a:bodyPr vert="eaVert">
            <a:normAutofit/>
          </a:bodyPr>
          <a:lstStyle/>
          <a:p>
            <a:r>
              <a:rPr lang="zh-TW" altLang="en-US" dirty="0"/>
              <a:t>第三部份：合成最終海報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681547761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33</TotalTime>
  <Words>109</Words>
  <Application>Microsoft Office PowerPoint</Application>
  <PresentationFormat>寬螢幕</PresentationFormat>
  <Paragraphs>13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Calibri</vt:lpstr>
      <vt:lpstr>Calibri Light</vt:lpstr>
      <vt:lpstr>Wingdings 2</vt:lpstr>
      <vt:lpstr>HDOfficeLightV0</vt:lpstr>
      <vt:lpstr>1_HDOfficeLightV0</vt:lpstr>
      <vt:lpstr>校慶海報提交模板</vt:lpstr>
      <vt:lpstr>第一部份：生成詩句</vt:lpstr>
      <vt:lpstr>第二部份：生成海報</vt:lpstr>
      <vt:lpstr>第三部份：合成最終海報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Choi</dc:creator>
  <cp:lastModifiedBy>Victor Choi</cp:lastModifiedBy>
  <cp:revision>3</cp:revision>
  <dcterms:created xsi:type="dcterms:W3CDTF">2025-11-27T13:54:48Z</dcterms:created>
  <dcterms:modified xsi:type="dcterms:W3CDTF">2025-11-27T14:28:37Z</dcterms:modified>
</cp:coreProperties>
</file>